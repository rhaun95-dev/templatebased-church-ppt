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55" autoAdjust="0"/>
  </p:normalViewPr>
  <p:slideViewPr>
    <p:cSldViewPr>
      <p:cViewPr varScale="1">
        <p:scale>
          <a:sx n="89" d="100"/>
          <a:sy n="89" d="100"/>
        </p:scale>
        <p:origin x="84" y="420"/>
      </p:cViewPr>
      <p:guideLst>
        <p:guide orient="horz" pos="4247"/>
        <p:guide pos="1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B4A220-AFF2-5EDE-6AFA-2A652CC282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E243F-45A9-6986-3150-DC0B95D836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43947D-CF67-89B0-645F-6F194DD80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33355-7F86-46E9-9618-2F2C562BA9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285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BA3D51-0EBC-5A4D-27CD-4E06864D3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952E07-E925-D2C0-CE31-52E4C9995D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643A83-20A7-2BFB-94EE-770800A0D0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949F0-7907-47B5-86FC-A09FBDA365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702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6203EF-B883-CC83-14B6-52D3D85710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C7DD9B-9834-8D73-BCA7-57CE5E372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1D977C-4600-F75E-CF86-8E7D87CA4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A16E2-8CB3-4C86-9CF6-C23F9B4657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39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476A1-FC11-DB8B-AC22-0EDFC859E9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3F324-5736-9682-5453-4EBDC67756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CDA9D-8595-61C9-6120-13FE0CE527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67A8D-9C8B-4022-8FF3-604BC94FF8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037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716EC9F-FCA7-B2D5-59C6-E156FC43B3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1BC6A0-E59B-2A55-A74D-1D870EB912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B4AE12E-2960-155A-2F06-1D6147858E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707CC-18FA-41D4-AB14-1D52AA5646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906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9C69856-FC50-A254-3BB8-42E4087DDA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A418B6-739A-626B-6EB8-0B6256DAE0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F0DD22-8900-D484-4440-4255EED02A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605CC-0097-41C1-A49C-E54B5C9870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106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5299659-3462-6C4D-8633-76C5FA9DD9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430DEB-01FA-23B6-7290-1CCC65D53D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4C256D4-F8F0-204B-2C39-8191963360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F4963-764C-4503-A049-DDCAE1D44C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0450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6FE3A3-4663-BF59-7A0B-EB872F1694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56CA1B-CEB8-3074-216E-BA924C0625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670F1-7EE6-617E-E684-32010CC5C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C3B83-BAA0-4335-8F49-905F59F0EC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840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69A51-E1B0-F404-7E37-2680F72869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DB647D-6A8D-244B-9FF8-867675ACE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9121C-8C02-B7EA-5885-FB8CC1983C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0B673-35E1-420E-9E4E-D4C96DA2CC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530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43CF3B-BD3D-10FD-6BC0-6E5C2CE478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B03D5F-10A2-E7DF-09F9-8912396EB0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B4D1B5-6596-2A06-9AB8-FA864CD3E9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2865A-5CAE-4750-A0CF-6416B53E28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315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70BF95-D031-9EE2-1EB6-A6BFFBD02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13EF1B-0827-74B0-3E04-DC67E7A959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73C9B3-6C99-071D-E266-9A072C6B8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999FD3-2C7B-49B3-A5BA-83BD6A938D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271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D91027-4FA6-AE50-3D91-1F008D2B7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B91729-EA72-A4BA-982C-83615D696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A8F6C73-6F97-DE13-4DD5-4D5F6DAE2C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4626378-0648-0479-B11D-8E61AD002F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DB4826D-D645-E199-21E9-17320EF5AC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CA73591-414E-4AB8-9BC4-074B363849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2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3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4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5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6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7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8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9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10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11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12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image" Target="../media/image13.png" /><Relationship Id="rId7" Type="http://schemas.openxmlformats.org/officeDocument/2006/relationships/slide" Target="slide7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slide" Target="slide5.xml" /><Relationship Id="rId5" Type="http://schemas.openxmlformats.org/officeDocument/2006/relationships/slide" Target="slide3.xml" /><Relationship Id="rId4" Type="http://schemas.openxmlformats.org/officeDocument/2006/relationships/slide" Target="slide1.xml" /><Relationship Id="rId9" Type="http://schemas.openxmlformats.org/officeDocument/2006/relationships/slide" Target="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11">
            <a:extLst>
              <a:ext uri="{FF2B5EF4-FFF2-40B4-BE49-F238E27FC236}">
                <a16:creationId xmlns:a16="http://schemas.microsoft.com/office/drawing/2014/main" id="{F612A4EE-8647-DD05-7A9E-28B947526EC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1FC0F47D-20F8-A83E-6483-21A7AD380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낮엔 해처럼 밤엔</a:t>
            </a:r>
          </a:p>
        </p:txBody>
      </p:sp>
      <p:sp>
        <p:nvSpPr>
          <p:cNvPr id="2052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A95A2B0F-5C40-457C-5D8E-A58C21CE5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2053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CAEC8431-6A73-F2F2-9896-6BCE4647E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2054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9A7A0AD0-10A3-0CD5-EA49-92B9D7603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2055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E209D9EF-4E0E-8A45-C584-97DEE321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2056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D8706F46-CDEC-532D-586B-FD7DC231D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그림 2">
            <a:extLst>
              <a:ext uri="{FF2B5EF4-FFF2-40B4-BE49-F238E27FC236}">
                <a16:creationId xmlns:a16="http://schemas.microsoft.com/office/drawing/2014/main" id="{DB72036A-E7C9-26FD-D7EC-E178F9EA991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816894CE-4BBE-AD4D-1AF9-CC66BEB6F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1.</a:t>
            </a:r>
            <a:r>
              <a:rPr lang="ko-KR" altLang="en-US" sz="1100">
                <a:solidFill>
                  <a:srgbClr val="FF0000"/>
                </a:solidFill>
              </a:rPr>
              <a:t>낮엔 해처럼 밤엔</a:t>
            </a:r>
          </a:p>
        </p:txBody>
      </p:sp>
      <p:sp>
        <p:nvSpPr>
          <p:cNvPr id="3076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E4ACB042-A3B8-4727-7C62-1B20844DD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3077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31DF7763-4107-0AA5-932E-8ADF96853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3078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DA1CEC6E-4D35-19A1-F3FC-4A2AB56A4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3079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50269299-4875-A2FF-6614-9D9E5C703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3080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7EE67557-D027-87FC-99C3-10D3D5A81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그림 2">
            <a:extLst>
              <a:ext uri="{FF2B5EF4-FFF2-40B4-BE49-F238E27FC236}">
                <a16:creationId xmlns:a16="http://schemas.microsoft.com/office/drawing/2014/main" id="{B68EB7DF-41C0-66C8-8B56-0EA1C918AB9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64E0B7BE-732D-7B98-E884-14E7B811F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4100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7C37B1C3-605B-57B7-D316-23D68A63E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나의 일생에 꿈이</a:t>
            </a:r>
          </a:p>
        </p:txBody>
      </p:sp>
      <p:sp>
        <p:nvSpPr>
          <p:cNvPr id="4101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E36735F6-BDEF-FF7E-DDF4-814625018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4102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83F43BFE-C5A9-2453-4398-2D2543EA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4103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F5427B85-B3D6-6361-65DC-1984FFD71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4104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3C770D29-AB9F-3BE7-DBF5-F03742023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림 2">
            <a:extLst>
              <a:ext uri="{FF2B5EF4-FFF2-40B4-BE49-F238E27FC236}">
                <a16:creationId xmlns:a16="http://schemas.microsoft.com/office/drawing/2014/main" id="{BE01DC85-B852-8476-0572-6D3DA18F212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8688F9D0-6BDA-CE79-20F9-AD7DE9E0B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5124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AE5B099D-12A4-D633-6844-696362674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3.</a:t>
            </a:r>
            <a:r>
              <a:rPr lang="ko-KR" altLang="en-US" sz="1100">
                <a:solidFill>
                  <a:srgbClr val="FF0000"/>
                </a:solidFill>
              </a:rPr>
              <a:t>나의 일생에 꿈이</a:t>
            </a:r>
          </a:p>
        </p:txBody>
      </p:sp>
      <p:sp>
        <p:nvSpPr>
          <p:cNvPr id="5125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BF28695A-DF04-7B57-5546-5EAE2E891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5126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C48231B5-5B78-8ABF-CF9F-8A56C8631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5127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A446D15F-C53A-9184-C88B-A57FAF1F4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5128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ABBA2719-2A55-8015-CB6A-B3CC1EB02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2">
            <a:extLst>
              <a:ext uri="{FF2B5EF4-FFF2-40B4-BE49-F238E27FC236}">
                <a16:creationId xmlns:a16="http://schemas.microsoft.com/office/drawing/2014/main" id="{976EDC23-C7EE-256D-F37B-97C9ECA854A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DC5C22BE-1CAB-A867-54FF-2176C76AD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6148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2ADF12B7-F41B-75F1-ADA5-6999A08F2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6149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F21BC6D3-ADE1-2F99-F818-8B073E9E1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5.</a:t>
            </a:r>
            <a:r>
              <a:rPr lang="ko-KR" altLang="en-US" sz="1100">
                <a:solidFill>
                  <a:srgbClr val="FF0000"/>
                </a:solidFill>
              </a:rPr>
              <a:t>나의 욕심이 나의</a:t>
            </a:r>
          </a:p>
        </p:txBody>
      </p:sp>
      <p:sp>
        <p:nvSpPr>
          <p:cNvPr id="6150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63AC283F-B26F-F784-33AA-6EF5CD776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6151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44877D16-B1E6-7A4C-DE9D-E36F381FE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6152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0AAB5DF2-2539-F15A-7803-C30B8AEE6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2">
            <a:extLst>
              <a:ext uri="{FF2B5EF4-FFF2-40B4-BE49-F238E27FC236}">
                <a16:creationId xmlns:a16="http://schemas.microsoft.com/office/drawing/2014/main" id="{9D73FEFF-BA90-B673-F52E-182CC3B791B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BC472ADC-BDA9-3BD2-B377-75D0439B9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7172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A7943195-2F7B-D86A-5A20-FEF3C2E52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7173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EE6B4257-8C0F-5209-2B79-8977B87C3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5.</a:t>
            </a:r>
            <a:r>
              <a:rPr lang="ko-KR" altLang="en-US" sz="1100">
                <a:solidFill>
                  <a:srgbClr val="FF0000"/>
                </a:solidFill>
              </a:rPr>
              <a:t>나의 욕심이 나의</a:t>
            </a:r>
          </a:p>
        </p:txBody>
      </p:sp>
      <p:sp>
        <p:nvSpPr>
          <p:cNvPr id="7174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D5E62229-D85F-1C23-B818-6281E4E2E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7175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BC147F94-55C7-943F-6D56-F0768951F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7176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D719D9C3-2586-75E7-AB93-B5FF59E5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그림 2">
            <a:extLst>
              <a:ext uri="{FF2B5EF4-FFF2-40B4-BE49-F238E27FC236}">
                <a16:creationId xmlns:a16="http://schemas.microsoft.com/office/drawing/2014/main" id="{D4F99E4E-D00A-2E97-C4F3-36F7172A117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2DE2A1D2-2FD7-A82D-FE49-3433AB34D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8196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53B7BADA-2F09-0500-F3B1-717E41ED5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8197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225DA23E-648F-5DE5-F475-6A13F60FE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8198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133EDAB9-0B4D-0FFF-B0C9-3BBADC73E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7.</a:t>
            </a:r>
            <a:r>
              <a:rPr lang="ko-KR" altLang="en-US" sz="1100">
                <a:solidFill>
                  <a:srgbClr val="FF0000"/>
                </a:solidFill>
              </a:rPr>
              <a:t>예수님처럼</a:t>
            </a:r>
          </a:p>
        </p:txBody>
      </p:sp>
      <p:sp>
        <p:nvSpPr>
          <p:cNvPr id="8199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7A1AE863-5B45-8406-6025-73C88CF3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8200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91FF2ACF-32C6-405C-0301-B0492B9A3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2">
            <a:extLst>
              <a:ext uri="{FF2B5EF4-FFF2-40B4-BE49-F238E27FC236}">
                <a16:creationId xmlns:a16="http://schemas.microsoft.com/office/drawing/2014/main" id="{A9A6F7C1-3794-D8AB-91CA-569DC9F632F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A93A67C2-E886-DA35-00A1-9BDE837E5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9220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472B3A96-103A-F383-ED45-6E76939F9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9221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CC2E701A-E95E-4F1E-D41F-DBB838A63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9222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EE037E96-EB97-103A-D495-EE91E8BB2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7.</a:t>
            </a:r>
            <a:r>
              <a:rPr lang="ko-KR" altLang="en-US" sz="1100">
                <a:solidFill>
                  <a:srgbClr val="FF0000"/>
                </a:solidFill>
              </a:rPr>
              <a:t>예수님처럼</a:t>
            </a:r>
          </a:p>
        </p:txBody>
      </p:sp>
      <p:sp>
        <p:nvSpPr>
          <p:cNvPr id="9223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5E7528BD-5FA5-29FA-7BD2-7765D575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9224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BF5E21CA-EE33-A83F-B8DD-E5027F64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그림 2">
            <a:extLst>
              <a:ext uri="{FF2B5EF4-FFF2-40B4-BE49-F238E27FC236}">
                <a16:creationId xmlns:a16="http://schemas.microsoft.com/office/drawing/2014/main" id="{EE771FE0-137C-856E-4E31-45C4492EF6D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6F340274-3F87-0D72-6D60-FC2BC0D50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10244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8BD0329B-849F-4504-DFD7-B071B380F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10245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6685A463-0D41-5A08-8D14-E10255D7C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10246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A5431022-CBB1-45B9-5071-5FA6B572F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10247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C008CC8E-CF97-1B54-3368-F44C29712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9.</a:t>
            </a:r>
            <a:r>
              <a:rPr lang="ko-KR" altLang="en-US" sz="1100">
                <a:solidFill>
                  <a:srgbClr val="FF0000"/>
                </a:solidFill>
              </a:rPr>
              <a:t>주의 사랑은</a:t>
            </a:r>
          </a:p>
        </p:txBody>
      </p:sp>
      <p:sp>
        <p:nvSpPr>
          <p:cNvPr id="10248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55C84081-1D8C-250C-3CE3-E430C26B7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그림 2">
            <a:extLst>
              <a:ext uri="{FF2B5EF4-FFF2-40B4-BE49-F238E27FC236}">
                <a16:creationId xmlns:a16="http://schemas.microsoft.com/office/drawing/2014/main" id="{D10D0D9D-D3B5-62CF-DBCF-B0BC4A650F4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54ADB52A-D06E-3815-13C9-10987D5E7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11268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8ACDE5AB-B525-9397-59A6-E72315655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11269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BA93B3A6-DF10-DDF4-24EE-41607C90D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11270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47EE7A68-D419-AFF6-B49D-B554C8075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11271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25E223C9-9024-024D-9C5D-33EC08B6C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9.</a:t>
            </a:r>
            <a:r>
              <a:rPr lang="ko-KR" altLang="en-US" sz="1100">
                <a:solidFill>
                  <a:srgbClr val="FF0000"/>
                </a:solidFill>
              </a:rPr>
              <a:t>주의 사랑은</a:t>
            </a:r>
          </a:p>
        </p:txBody>
      </p:sp>
      <p:sp>
        <p:nvSpPr>
          <p:cNvPr id="11272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92C398DD-CF0D-798F-8B0E-087AB064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11.</a:t>
            </a:r>
            <a:r>
              <a:rPr lang="ko-KR" altLang="en-US" sz="1100"/>
              <a:t>나의 입술은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그림 2">
            <a:extLst>
              <a:ext uri="{FF2B5EF4-FFF2-40B4-BE49-F238E27FC236}">
                <a16:creationId xmlns:a16="http://schemas.microsoft.com/office/drawing/2014/main" id="{E0B65E64-6AEF-F8B1-8180-1CAA23A95BA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38045FBB-D8F2-3E27-29F8-118A052B0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12292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FCE91FE8-D71E-64EC-279C-C40AC9BCF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12293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A3913CF1-9696-9600-2FEE-C4ABF2117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12294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4F6F5680-95B8-64BA-7711-AE62DEDC2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12295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7BC7EF65-7E51-8335-63BF-91FB5936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12296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D2815030-A965-5F03-8401-A7A497386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11.</a:t>
            </a:r>
            <a:r>
              <a:rPr lang="ko-KR" altLang="en-US" sz="1100">
                <a:solidFill>
                  <a:srgbClr val="FF0000"/>
                </a:solidFill>
              </a:rPr>
              <a:t>나의 입술은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그림 2">
            <a:extLst>
              <a:ext uri="{FF2B5EF4-FFF2-40B4-BE49-F238E27FC236}">
                <a16:creationId xmlns:a16="http://schemas.microsoft.com/office/drawing/2014/main" id="{A611B332-0CB6-EBF7-56AA-223964D9BAB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AutoShape 13">
            <a:hlinkClick r:id="rId4" action="ppaction://hlinksldjump"/>
            <a:extLst>
              <a:ext uri="{FF2B5EF4-FFF2-40B4-BE49-F238E27FC236}">
                <a16:creationId xmlns:a16="http://schemas.microsoft.com/office/drawing/2014/main" id="{8FEB3B6B-70CD-2B62-0F41-8065EBCDF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1.</a:t>
            </a:r>
            <a:r>
              <a:rPr lang="ko-KR" altLang="en-US" sz="1100"/>
              <a:t>낮엔 해처럼 밤엔</a:t>
            </a:r>
          </a:p>
        </p:txBody>
      </p:sp>
      <p:sp>
        <p:nvSpPr>
          <p:cNvPr id="13316" name="AutoShape 14">
            <a:hlinkClick r:id="rId5" action="ppaction://hlinksldjump"/>
            <a:extLst>
              <a:ext uri="{FF2B5EF4-FFF2-40B4-BE49-F238E27FC236}">
                <a16:creationId xmlns:a16="http://schemas.microsoft.com/office/drawing/2014/main" id="{F0F404D5-A6A7-14E7-829B-C8DE2B61F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3.</a:t>
            </a:r>
            <a:r>
              <a:rPr lang="ko-KR" altLang="en-US" sz="1100"/>
              <a:t>나의 일생에 꿈이</a:t>
            </a:r>
          </a:p>
        </p:txBody>
      </p:sp>
      <p:sp>
        <p:nvSpPr>
          <p:cNvPr id="13317" name="AutoShape 15">
            <a:hlinkClick r:id="rId6" action="ppaction://hlinksldjump"/>
            <a:extLst>
              <a:ext uri="{FF2B5EF4-FFF2-40B4-BE49-F238E27FC236}">
                <a16:creationId xmlns:a16="http://schemas.microsoft.com/office/drawing/2014/main" id="{B7FD8443-CA21-FABA-7549-3A563216A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5.</a:t>
            </a:r>
            <a:r>
              <a:rPr lang="ko-KR" altLang="en-US" sz="1100"/>
              <a:t>나의 욕심이 나의</a:t>
            </a:r>
          </a:p>
        </p:txBody>
      </p:sp>
      <p:sp>
        <p:nvSpPr>
          <p:cNvPr id="13318" name="AutoShape 16">
            <a:hlinkClick r:id="rId7" action="ppaction://hlinksldjump"/>
            <a:extLst>
              <a:ext uri="{FF2B5EF4-FFF2-40B4-BE49-F238E27FC236}">
                <a16:creationId xmlns:a16="http://schemas.microsoft.com/office/drawing/2014/main" id="{E22F630D-A672-3BF9-51CB-937A0B151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6502400"/>
            <a:ext cx="1385888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7.</a:t>
            </a:r>
            <a:r>
              <a:rPr lang="ko-KR" altLang="en-US" sz="1100"/>
              <a:t>예수님처럼</a:t>
            </a:r>
          </a:p>
        </p:txBody>
      </p:sp>
      <p:sp>
        <p:nvSpPr>
          <p:cNvPr id="13319" name="AutoShape 17">
            <a:hlinkClick r:id="rId8" action="ppaction://hlinksldjump"/>
            <a:extLst>
              <a:ext uri="{FF2B5EF4-FFF2-40B4-BE49-F238E27FC236}">
                <a16:creationId xmlns:a16="http://schemas.microsoft.com/office/drawing/2014/main" id="{1CFC8D77-92E0-77FF-3784-DAC4ADFED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138" y="6502400"/>
            <a:ext cx="1387475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/>
              <a:t>9.</a:t>
            </a:r>
            <a:r>
              <a:rPr lang="ko-KR" altLang="en-US" sz="1100"/>
              <a:t>주의 사랑은</a:t>
            </a:r>
          </a:p>
        </p:txBody>
      </p:sp>
      <p:sp>
        <p:nvSpPr>
          <p:cNvPr id="13320" name="AutoShape 18">
            <a:hlinkClick r:id="rId9" action="ppaction://hlinksldjump"/>
            <a:extLst>
              <a:ext uri="{FF2B5EF4-FFF2-40B4-BE49-F238E27FC236}">
                <a16:creationId xmlns:a16="http://schemas.microsoft.com/office/drawing/2014/main" id="{DECF776C-B2B3-B154-4DA1-DE10F4680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6502400"/>
            <a:ext cx="1385887" cy="228600"/>
          </a:xfrm>
          <a:prstGeom prst="roundRect">
            <a:avLst>
              <a:gd name="adj" fmla="val 16667"/>
            </a:avLst>
          </a:prstGeom>
          <a:solidFill>
            <a:schemeClr val="bg1">
              <a:alpha val="32156"/>
            </a:schemeClr>
          </a:solidFill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1100">
                <a:solidFill>
                  <a:srgbClr val="FF0000"/>
                </a:solidFill>
              </a:rPr>
              <a:t>11.</a:t>
            </a:r>
            <a:r>
              <a:rPr lang="ko-KR" altLang="en-US" sz="1100">
                <a:solidFill>
                  <a:srgbClr val="FF0000"/>
                </a:solidFill>
              </a:rPr>
              <a:t>나의 입술은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312</Words>
  <Application>Microsoft Office PowerPoint</Application>
  <PresentationFormat>화면 슬라이드 쇼(4:3)</PresentationFormat>
  <Paragraphs>72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All user</dc:creator>
  <cp:lastModifiedBy>Sung Kwuon Kim</cp:lastModifiedBy>
  <cp:revision>29</cp:revision>
  <dcterms:created xsi:type="dcterms:W3CDTF">2014-07-22T01:22:16Z</dcterms:created>
  <dcterms:modified xsi:type="dcterms:W3CDTF">2025-12-02T13:08:44Z</dcterms:modified>
</cp:coreProperties>
</file>